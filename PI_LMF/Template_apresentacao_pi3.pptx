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ermando Piva Jr" userId="ea71909e9cc3749e" providerId="LiveId" clId="{A2C7AE2C-49CC-4E0A-9A88-D93A783FAFED}"/>
    <pc:docChg chg="custSel delSld modSld sldOrd">
      <pc:chgData name="Dilermando Piva Jr" userId="ea71909e9cc3749e" providerId="LiveId" clId="{A2C7AE2C-49CC-4E0A-9A88-D93A783FAFED}" dt="2025-09-25T18:26:55.499" v="250" actId="47"/>
      <pc:docMkLst>
        <pc:docMk/>
      </pc:docMkLst>
      <pc:sldChg chg="modSp mod">
        <pc:chgData name="Dilermando Piva Jr" userId="ea71909e9cc3749e" providerId="LiveId" clId="{A2C7AE2C-49CC-4E0A-9A88-D93A783FAFED}" dt="2025-09-25T18:22:45.414" v="19" actId="20577"/>
        <pc:sldMkLst>
          <pc:docMk/>
          <pc:sldMk cId="0" sldId="256"/>
        </pc:sldMkLst>
        <pc:spChg chg="mod">
          <ac:chgData name="Dilermando Piva Jr" userId="ea71909e9cc3749e" providerId="LiveId" clId="{A2C7AE2C-49CC-4E0A-9A88-D93A783FAFED}" dt="2025-09-25T18:22:36.645" v="1" actId="20577"/>
          <ac:spMkLst>
            <pc:docMk/>
            <pc:sldMk cId="0" sldId="256"/>
            <ac:spMk id="102" creationId="{00000000-0000-0000-0000-000000000000}"/>
          </ac:spMkLst>
        </pc:spChg>
        <pc:spChg chg="mod">
          <ac:chgData name="Dilermando Piva Jr" userId="ea71909e9cc3749e" providerId="LiveId" clId="{A2C7AE2C-49CC-4E0A-9A88-D93A783FAFED}" dt="2025-09-25T18:22:45.414" v="19" actId="20577"/>
          <ac:spMkLst>
            <pc:docMk/>
            <pc:sldMk cId="0" sldId="256"/>
            <ac:spMk id="103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4:27.154" v="52" actId="20577"/>
        <pc:sldMkLst>
          <pc:docMk/>
          <pc:sldMk cId="0" sldId="260"/>
        </pc:sldMkLst>
        <pc:spChg chg="mod">
          <ac:chgData name="Dilermando Piva Jr" userId="ea71909e9cc3749e" providerId="LiveId" clId="{A2C7AE2C-49CC-4E0A-9A88-D93A783FAFED}" dt="2025-09-25T18:24:27.154" v="52" actId="20577"/>
          <ac:spMkLst>
            <pc:docMk/>
            <pc:sldMk cId="0" sldId="260"/>
            <ac:spMk id="113" creationId="{00000000-0000-0000-0000-000000000000}"/>
          </ac:spMkLst>
        </pc:spChg>
      </pc:sldChg>
      <pc:sldChg chg="ord">
        <pc:chgData name="Dilermando Piva Jr" userId="ea71909e9cc3749e" providerId="LiveId" clId="{A2C7AE2C-49CC-4E0A-9A88-D93A783FAFED}" dt="2025-09-25T18:24:39.814" v="54"/>
        <pc:sldMkLst>
          <pc:docMk/>
          <pc:sldMk cId="0" sldId="261"/>
        </pc:sldMkLst>
      </pc:sldChg>
      <pc:sldChg chg="modSp mod">
        <pc:chgData name="Dilermando Piva Jr" userId="ea71909e9cc3749e" providerId="LiveId" clId="{A2C7AE2C-49CC-4E0A-9A88-D93A783FAFED}" dt="2025-09-25T18:25:08.980" v="99" actId="20577"/>
        <pc:sldMkLst>
          <pc:docMk/>
          <pc:sldMk cId="0" sldId="262"/>
        </pc:sldMkLst>
        <pc:spChg chg="mod">
          <ac:chgData name="Dilermando Piva Jr" userId="ea71909e9cc3749e" providerId="LiveId" clId="{A2C7AE2C-49CC-4E0A-9A88-D93A783FAFED}" dt="2025-09-25T18:25:08.980" v="99" actId="20577"/>
          <ac:spMkLst>
            <pc:docMk/>
            <pc:sldMk cId="0" sldId="262"/>
            <ac:spMk id="117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5:27.297" v="140" actId="14100"/>
        <pc:sldMkLst>
          <pc:docMk/>
          <pc:sldMk cId="0" sldId="263"/>
        </pc:sldMkLst>
        <pc:spChg chg="mod">
          <ac:chgData name="Dilermando Piva Jr" userId="ea71909e9cc3749e" providerId="LiveId" clId="{A2C7AE2C-49CC-4E0A-9A88-D93A783FAFED}" dt="2025-09-25T18:25:27.297" v="140" actId="14100"/>
          <ac:spMkLst>
            <pc:docMk/>
            <pc:sldMk cId="0" sldId="263"/>
            <ac:spMk id="119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5:40.780" v="158" actId="20577"/>
        <pc:sldMkLst>
          <pc:docMk/>
          <pc:sldMk cId="0" sldId="264"/>
        </pc:sldMkLst>
        <pc:spChg chg="mod">
          <ac:chgData name="Dilermando Piva Jr" userId="ea71909e9cc3749e" providerId="LiveId" clId="{A2C7AE2C-49CC-4E0A-9A88-D93A783FAFED}" dt="2025-09-25T18:25:40.780" v="158" actId="20577"/>
          <ac:spMkLst>
            <pc:docMk/>
            <pc:sldMk cId="0" sldId="264"/>
            <ac:spMk id="121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6:02.044" v="208" actId="20577"/>
        <pc:sldMkLst>
          <pc:docMk/>
          <pc:sldMk cId="0" sldId="265"/>
        </pc:sldMkLst>
        <pc:spChg chg="mod">
          <ac:chgData name="Dilermando Piva Jr" userId="ea71909e9cc3749e" providerId="LiveId" clId="{A2C7AE2C-49CC-4E0A-9A88-D93A783FAFED}" dt="2025-09-25T18:26:02.044" v="208" actId="20577"/>
          <ac:spMkLst>
            <pc:docMk/>
            <pc:sldMk cId="0" sldId="265"/>
            <ac:spMk id="123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6:16.499" v="217" actId="20577"/>
        <pc:sldMkLst>
          <pc:docMk/>
          <pc:sldMk cId="0" sldId="266"/>
        </pc:sldMkLst>
        <pc:spChg chg="mod">
          <ac:chgData name="Dilermando Piva Jr" userId="ea71909e9cc3749e" providerId="LiveId" clId="{A2C7AE2C-49CC-4E0A-9A88-D93A783FAFED}" dt="2025-09-25T18:26:16.499" v="217" actId="20577"/>
          <ac:spMkLst>
            <pc:docMk/>
            <pc:sldMk cId="0" sldId="266"/>
            <ac:spMk id="125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6:25.484" v="228" actId="20577"/>
        <pc:sldMkLst>
          <pc:docMk/>
          <pc:sldMk cId="0" sldId="267"/>
        </pc:sldMkLst>
        <pc:spChg chg="mod">
          <ac:chgData name="Dilermando Piva Jr" userId="ea71909e9cc3749e" providerId="LiveId" clId="{A2C7AE2C-49CC-4E0A-9A88-D93A783FAFED}" dt="2025-09-25T18:26:25.484" v="228" actId="20577"/>
          <ac:spMkLst>
            <pc:docMk/>
            <pc:sldMk cId="0" sldId="267"/>
            <ac:spMk id="127" creationId="{00000000-0000-0000-0000-000000000000}"/>
          </ac:spMkLst>
        </pc:spChg>
      </pc:sldChg>
      <pc:sldChg chg="modSp mod">
        <pc:chgData name="Dilermando Piva Jr" userId="ea71909e9cc3749e" providerId="LiveId" clId="{A2C7AE2C-49CC-4E0A-9A88-D93A783FAFED}" dt="2025-09-25T18:26:32.968" v="242" actId="20577"/>
        <pc:sldMkLst>
          <pc:docMk/>
          <pc:sldMk cId="0" sldId="268"/>
        </pc:sldMkLst>
        <pc:spChg chg="mod">
          <ac:chgData name="Dilermando Piva Jr" userId="ea71909e9cc3749e" providerId="LiveId" clId="{A2C7AE2C-49CC-4E0A-9A88-D93A783FAFED}" dt="2025-09-25T18:26:32.968" v="242" actId="20577"/>
          <ac:spMkLst>
            <pc:docMk/>
            <pc:sldMk cId="0" sldId="268"/>
            <ac:spMk id="129" creationId="{00000000-0000-0000-0000-000000000000}"/>
          </ac:spMkLst>
        </pc:spChg>
      </pc:sldChg>
      <pc:sldChg chg="del">
        <pc:chgData name="Dilermando Piva Jr" userId="ea71909e9cc3749e" providerId="LiveId" clId="{A2C7AE2C-49CC-4E0A-9A88-D93A783FAFED}" dt="2025-09-25T18:26:40.954" v="243" actId="47"/>
        <pc:sldMkLst>
          <pc:docMk/>
          <pc:sldMk cId="0" sldId="269"/>
        </pc:sldMkLst>
      </pc:sldChg>
      <pc:sldChg chg="del">
        <pc:chgData name="Dilermando Piva Jr" userId="ea71909e9cc3749e" providerId="LiveId" clId="{A2C7AE2C-49CC-4E0A-9A88-D93A783FAFED}" dt="2025-09-25T18:26:43.170" v="244" actId="47"/>
        <pc:sldMkLst>
          <pc:docMk/>
          <pc:sldMk cId="0" sldId="270"/>
        </pc:sldMkLst>
      </pc:sldChg>
      <pc:sldChg chg="del">
        <pc:chgData name="Dilermando Piva Jr" userId="ea71909e9cc3749e" providerId="LiveId" clId="{A2C7AE2C-49CC-4E0A-9A88-D93A783FAFED}" dt="2025-09-25T18:26:44.460" v="245" actId="47"/>
        <pc:sldMkLst>
          <pc:docMk/>
          <pc:sldMk cId="0" sldId="271"/>
        </pc:sldMkLst>
      </pc:sldChg>
      <pc:sldChg chg="del">
        <pc:chgData name="Dilermando Piva Jr" userId="ea71909e9cc3749e" providerId="LiveId" clId="{A2C7AE2C-49CC-4E0A-9A88-D93A783FAFED}" dt="2025-09-25T18:26:47.529" v="246" actId="47"/>
        <pc:sldMkLst>
          <pc:docMk/>
          <pc:sldMk cId="0" sldId="272"/>
        </pc:sldMkLst>
      </pc:sldChg>
      <pc:sldChg chg="del">
        <pc:chgData name="Dilermando Piva Jr" userId="ea71909e9cc3749e" providerId="LiveId" clId="{A2C7AE2C-49CC-4E0A-9A88-D93A783FAFED}" dt="2025-09-25T18:26:49.274" v="247" actId="47"/>
        <pc:sldMkLst>
          <pc:docMk/>
          <pc:sldMk cId="0" sldId="273"/>
        </pc:sldMkLst>
      </pc:sldChg>
      <pc:sldChg chg="del">
        <pc:chgData name="Dilermando Piva Jr" userId="ea71909e9cc3749e" providerId="LiveId" clId="{A2C7AE2C-49CC-4E0A-9A88-D93A783FAFED}" dt="2025-09-25T18:26:50.771" v="248" actId="47"/>
        <pc:sldMkLst>
          <pc:docMk/>
          <pc:sldMk cId="0" sldId="274"/>
        </pc:sldMkLst>
      </pc:sldChg>
      <pc:sldChg chg="del">
        <pc:chgData name="Dilermando Piva Jr" userId="ea71909e9cc3749e" providerId="LiveId" clId="{A2C7AE2C-49CC-4E0A-9A88-D93A783FAFED}" dt="2025-09-25T18:26:51.971" v="249" actId="47"/>
        <pc:sldMkLst>
          <pc:docMk/>
          <pc:sldMk cId="0" sldId="275"/>
        </pc:sldMkLst>
      </pc:sldChg>
      <pc:sldChg chg="del">
        <pc:chgData name="Dilermando Piva Jr" userId="ea71909e9cc3749e" providerId="LiveId" clId="{A2C7AE2C-49CC-4E0A-9A88-D93A783FAFED}" dt="2025-09-25T18:26:55.499" v="250" actId="47"/>
        <pc:sldMkLst>
          <pc:docMk/>
          <pc:sldMk cId="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Clique para mover o slide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754EBF-9400-4B7E-BD22-2D30F927877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A1463D-65EA-4A03-A45A-6C3EDE4F2697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0A51D3-1764-4B12-A81E-6441A1AFCCC7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684BA5-6C44-466B-9A90-94A3541A39F4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53D8E8-3602-4AC4-8E84-FB622AC78631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6BC65B-935C-45CB-84BA-010397283133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507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5FDF4-1C29-43F7-9AA9-2359A206E439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0" y="6210000"/>
            <a:ext cx="5020920" cy="45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Clique para editar o formato de texto dos tópicos</a:t>
            </a:r>
          </a:p>
          <a:p>
            <a:pPr marL="864000" lvl="1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2.º nível de tópicos</a:t>
            </a:r>
          </a:p>
          <a:p>
            <a:pPr marL="1296000" lvl="2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3.º nível de tópicos</a:t>
            </a:r>
          </a:p>
          <a:p>
            <a:pPr marL="1728000" lvl="3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4.º nível de tópicos</a:t>
            </a:r>
          </a:p>
          <a:p>
            <a:pPr marL="2160000" lvl="4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5.º nível de tópicos</a:t>
            </a:r>
          </a:p>
          <a:p>
            <a:pPr marL="2592000" lvl="5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6.º nível de tópicos</a:t>
            </a:r>
          </a:p>
          <a:p>
            <a:pPr marL="3024000" lvl="6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662160" y="96912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374E8-BAD6-44F5-B73C-5D9BA9FA0E8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3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8" name="Rectangle 7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9" name="Rectangle 6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662160" y="996840"/>
            <a:ext cx="5011560" cy="4956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040" y="996840"/>
            <a:ext cx="5020920" cy="4956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D3373-AB1C-4332-97E9-14C50E75EFC7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0" y="6210000"/>
            <a:ext cx="5020920" cy="45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8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662160" y="96912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42AF8A-247D-41FC-AC3F-1646FFE7AE14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5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6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19840" cy="487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662160" y="3566520"/>
            <a:ext cx="5020920" cy="22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3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4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15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215533-35F2-4A1B-A969-78AF06DAC89B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4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520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63120" y="969120"/>
            <a:ext cx="5290560" cy="25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63120" y="3621960"/>
            <a:ext cx="5290560" cy="25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6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17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sldNum" idx="18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8E907-F552-4801-BEB0-C7E6A6C68DB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3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2" name="Rectangle 7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3" name="Rectangle 6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4" name="Rectangle 12"/>
          <p:cNvSpPr/>
          <p:nvPr/>
        </p:nvSpPr>
        <p:spPr>
          <a:xfrm>
            <a:off x="518040" y="507960"/>
            <a:ext cx="111553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18040" y="978120"/>
            <a:ext cx="11165040" cy="107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040" y="2179080"/>
            <a:ext cx="5019840" cy="6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8040" y="2876040"/>
            <a:ext cx="5019840" cy="33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662160" y="2179080"/>
            <a:ext cx="5020920" cy="6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662160" y="2876040"/>
            <a:ext cx="5020920" cy="33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19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0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8"/>
          <p:cNvSpPr>
            <a:spLocks noGrp="1"/>
          </p:cNvSpPr>
          <p:nvPr>
            <p:ph type="sldNum" idx="21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9C5056-2F5F-46AB-BCEB-53BA35146EF7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4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5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22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23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sldNum" idx="24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7D123-8714-4DDA-BE17-7AAC32DAE4ED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dt" idx="25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ftr" idx="26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sldNum" idx="27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9142E-A152-4903-B2E9-789029AEA428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560" cy="227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653160" y="987480"/>
            <a:ext cx="502056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8040" y="3360960"/>
            <a:ext cx="5020560" cy="250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28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29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4" name="PlaceHolder 6"/>
          <p:cNvSpPr>
            <a:spLocks noGrp="1"/>
          </p:cNvSpPr>
          <p:nvPr>
            <p:ph type="sldNum" idx="30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3460E-FCCC-4A91-9ACF-B387AB4E70B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6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560" cy="227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662160" y="987480"/>
            <a:ext cx="502668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icon to add picture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518040" y="3340440"/>
            <a:ext cx="5020560" cy="252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31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2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3" name="PlaceHolder 6"/>
          <p:cNvSpPr>
            <a:spLocks noGrp="1"/>
          </p:cNvSpPr>
          <p:nvPr>
            <p:ph type="sldNum" idx="33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750632-C3BF-42D6-B9D9-8CACBE20D3B5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Bierstadt"/>
            </a:endParaRPr>
          </a:p>
        </p:txBody>
      </p:sp>
      <p:sp>
        <p:nvSpPr>
          <p:cNvPr id="10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172800" y="172800"/>
            <a:ext cx="6857640" cy="65113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26000">
                <a:srgbClr val="000000">
                  <a:alpha val="7000"/>
                </a:srgbClr>
              </a:gs>
              <a:gs pos="46000">
                <a:srgbClr val="000000">
                  <a:alpha val="20000"/>
                </a:srgbClr>
              </a:gs>
              <a:gs pos="100000">
                <a:srgbClr val="000000">
                  <a:alpha val="3500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17600" y="1306440"/>
            <a:ext cx="4795560" cy="207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lt1"/>
                </a:solidFill>
                <a:effectLst/>
                <a:uFillTx/>
                <a:latin typeface="Bierstadt"/>
              </a:rPr>
              <a:t>PROJETO INTEGRADOR III</a:t>
            </a:r>
            <a:br>
              <a:rPr sz="6000" dirty="0"/>
            </a:b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527400" y="5459760"/>
            <a:ext cx="5656680" cy="11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/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800" b="0" i="1" u="none" strike="noStrike" dirty="0">
                <a:solidFill>
                  <a:schemeClr val="lt1"/>
                </a:solidFill>
                <a:effectLst/>
                <a:uFillTx/>
                <a:latin typeface="Bierstadt"/>
              </a:rPr>
              <a:t>Análise de Dados I</a:t>
            </a:r>
            <a:endParaRPr lang="pt-BR" sz="2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i="1" u="none" strike="noStrike" dirty="0">
                <a:solidFill>
                  <a:schemeClr val="lt1"/>
                </a:solidFill>
                <a:effectLst/>
                <a:uFillTx/>
                <a:latin typeface="Bierstadt"/>
              </a:rPr>
              <a:t>Curso de Ciência de Dados para Negócios</a:t>
            </a:r>
            <a:endParaRPr lang="pt-BR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pt-BR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040" y="507960"/>
            <a:ext cx="469548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Bierstadt"/>
            </a:endParaRPr>
          </a:p>
        </p:txBody>
      </p:sp>
      <p:pic>
        <p:nvPicPr>
          <p:cNvPr id="105" name="Imagem 5" descr="Interface gráfica do usuário&#10;&#10;O conteúdo gerado por IA pode estar incorreto."/>
          <p:cNvPicPr/>
          <p:nvPr/>
        </p:nvPicPr>
        <p:blipFill>
          <a:blip r:embed="rId3"/>
          <a:srcRect l="30132" t="45762" r="21438" b="12226"/>
          <a:stretch/>
        </p:blipFill>
        <p:spPr>
          <a:xfrm rot="21197400">
            <a:off x="8802360" y="4494240"/>
            <a:ext cx="3342600" cy="269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2" descr="Fatec Votorantim"/>
          <p:cNvPicPr/>
          <p:nvPr/>
        </p:nvPicPr>
        <p:blipFill>
          <a:blip r:embed="rId4"/>
          <a:stretch/>
        </p:blipFill>
        <p:spPr>
          <a:xfrm rot="21256800">
            <a:off x="9820440" y="5276520"/>
            <a:ext cx="1782720" cy="466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729792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Apresentação da Equipe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08" name="Picture 2" descr="Fatec Votorantim"/>
          <p:cNvPicPr/>
          <p:nvPr/>
        </p:nvPicPr>
        <p:blipFill>
          <a:blip r:embed="rId3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502092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Introdução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0" name="Picture 2" descr="Fatec Votorantim"/>
          <p:cNvPicPr/>
          <p:nvPr/>
        </p:nvPicPr>
        <p:blipFill>
          <a:blip r:embed="rId3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743544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Apresentação da Empresa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2" name="Picture 2" descr="Fatec Votorantim"/>
          <p:cNvPicPr/>
          <p:nvPr/>
        </p:nvPicPr>
        <p:blipFill>
          <a:blip r:embed="rId3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r>
              <a:rPr lang="pt-BR" sz="4000" b="1" u="none" strike="noStrike" dirty="0">
                <a:solidFill>
                  <a:srgbClr val="000000"/>
                </a:solidFill>
                <a:effectLst/>
                <a:uFillTx/>
                <a:latin typeface="Bierstadt"/>
              </a:rPr>
              <a:t>Diferenciais Competitivos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lang="pt-BR" sz="27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6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Descrição e Análise do Problema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4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Ferramentas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18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10167906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Metodologia de Coleta e Análise de Dados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20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Resultados Obtidos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22" name="Picture 2" descr="Fatec Votorantim"/>
          <p:cNvPicPr/>
          <p:nvPr/>
        </p:nvPicPr>
        <p:blipFill>
          <a:blip r:embed="rId3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000"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Recomendações Estratégicas Baseadas em Evidências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24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Conclusão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26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Referências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28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Agradecimentos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pt-BR" sz="54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pic>
        <p:nvPicPr>
          <p:cNvPr id="130" name="Picture 2" descr="Fatec Votorantim"/>
          <p:cNvPicPr/>
          <p:nvPr/>
        </p:nvPicPr>
        <p:blipFill>
          <a:blip r:embed="rId2"/>
          <a:stretch/>
        </p:blipFill>
        <p:spPr>
          <a:xfrm>
            <a:off x="9739800" y="124560"/>
            <a:ext cx="2308680" cy="60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6E25C8323C174C96BAB25853BA129F" ma:contentTypeVersion="11" ma:contentTypeDescription="Create a new document." ma:contentTypeScope="" ma:versionID="582263d74181ebcd94e546e6d838ae00">
  <xsd:schema xmlns:xsd="http://www.w3.org/2001/XMLSchema" xmlns:xs="http://www.w3.org/2001/XMLSchema" xmlns:p="http://schemas.microsoft.com/office/2006/metadata/properties" xmlns:ns2="c9693850-bbed-47c4-9bc6-a9bba606dbf2" xmlns:ns3="d3c1bce3-700c-4e6c-a510-f5406f49553c" targetNamespace="http://schemas.microsoft.com/office/2006/metadata/properties" ma:root="true" ma:fieldsID="5de18727f7c78e74bf99a2e8e26c3af3" ns2:_="" ns3:_="">
    <xsd:import namespace="c9693850-bbed-47c4-9bc6-a9bba606dbf2"/>
    <xsd:import namespace="d3c1bce3-700c-4e6c-a510-f5406f4955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93850-bbed-47c4-9bc6-a9bba606db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c1bce3-700c-4e6c-a510-f5406f49553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cf2b9bf-66df-4b21-9856-fdf79c4e9f79}" ma:internalName="TaxCatchAll" ma:showField="CatchAllData" ma:web="d3c1bce3-700c-4e6c-a510-f5406f4955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693850-bbed-47c4-9bc6-a9bba606dbf2">
      <Terms xmlns="http://schemas.microsoft.com/office/infopath/2007/PartnerControls"/>
    </lcf76f155ced4ddcb4097134ff3c332f>
    <TaxCatchAll xmlns="d3c1bce3-700c-4e6c-a510-f5406f49553c" xsi:nil="true"/>
  </documentManagement>
</p:properties>
</file>

<file path=customXml/itemProps1.xml><?xml version="1.0" encoding="utf-8"?>
<ds:datastoreItem xmlns:ds="http://schemas.openxmlformats.org/officeDocument/2006/customXml" ds:itemID="{B41A0D4C-B6B9-4281-A5BB-69FF2DDA95BE}"/>
</file>

<file path=customXml/itemProps2.xml><?xml version="1.0" encoding="utf-8"?>
<ds:datastoreItem xmlns:ds="http://schemas.openxmlformats.org/officeDocument/2006/customXml" ds:itemID="{4BA0EFA7-5E02-40A2-B7BC-F5A38BB779E1}"/>
</file>

<file path=customXml/itemProps3.xml><?xml version="1.0" encoding="utf-8"?>
<ds:datastoreItem xmlns:ds="http://schemas.openxmlformats.org/officeDocument/2006/customXml" ds:itemID="{E0108FC3-DBAD-4998-830E-B69AFA706DE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52</Words>
  <Application>Microsoft Office PowerPoint</Application>
  <PresentationFormat>Widescreen</PresentationFormat>
  <Paragraphs>20</Paragraphs>
  <Slides>13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Bierstadt</vt:lpstr>
      <vt:lpstr>Neue Haas Grotesk Text Pro</vt:lpstr>
      <vt:lpstr>Symbol</vt:lpstr>
      <vt:lpstr>Times New Roman</vt:lpstr>
      <vt:lpstr>Wingdings</vt:lpstr>
      <vt:lpstr>GestaltVTI</vt:lpstr>
      <vt:lpstr>PROJETO INTEGRADOR III </vt:lpstr>
      <vt:lpstr>Apresentação da Equipe</vt:lpstr>
      <vt:lpstr>Introdução</vt:lpstr>
      <vt:lpstr>Apresentação da Empresa</vt:lpstr>
      <vt:lpstr>Diferenciais Competitivos </vt:lpstr>
      <vt:lpstr>Descrição e Análise do Problema</vt:lpstr>
      <vt:lpstr>Ferramentas</vt:lpstr>
      <vt:lpstr>Metodologia de Coleta e Análise de Dados</vt:lpstr>
      <vt:lpstr>Resultados Obtidos</vt:lpstr>
      <vt:lpstr>Recomendações Estratégicas Baseadas em Evidências</vt:lpstr>
      <vt:lpstr>Conclusão</vt:lpstr>
      <vt:lpstr>Referências</vt:lpstr>
      <vt:lpstr>Agradecimentos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Renato Franzan Fukuda</dc:creator>
  <dc:description/>
  <cp:lastModifiedBy>Dilermando Piva Jr</cp:lastModifiedBy>
  <cp:revision>14</cp:revision>
  <dcterms:created xsi:type="dcterms:W3CDTF">2025-03-15T15:29:57Z</dcterms:created>
  <dcterms:modified xsi:type="dcterms:W3CDTF">2025-09-25T18:26:59Z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0x010100DF6E25C8323C174C96BAB25853BA129F</vt:lpwstr>
  </property>
  <property fmtid="{D5CDD505-2E9C-101B-9397-08002B2CF9AE}" pid="3" name="HiddenSlides">
    <vt:i4>1</vt:i4>
  </property>
  <property fmtid="{D5CDD505-2E9C-101B-9397-08002B2CF9AE}" pid="4" name="MediaServiceImageTags">
    <vt:lpwstr/>
  </property>
  <property fmtid="{D5CDD505-2E9C-101B-9397-08002B2CF9AE}" pid="5" name="Notes">
    <vt:i4>6</vt:i4>
  </property>
  <property fmtid="{D5CDD505-2E9C-101B-9397-08002B2CF9AE}" pid="6" name="PresentationFormat">
    <vt:lpwstr>Widescreen</vt:lpwstr>
  </property>
  <property fmtid="{D5CDD505-2E9C-101B-9397-08002B2CF9AE}" pid="7" name="Slides">
    <vt:i4>21</vt:i4>
  </property>
</Properties>
</file>